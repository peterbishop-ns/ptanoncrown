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5" autoAdjust="0"/>
    <p:restoredTop sz="94660"/>
  </p:normalViewPr>
  <p:slideViewPr>
    <p:cSldViewPr snapToGrid="0">
      <p:cViewPr>
        <p:scale>
          <a:sx n="100" d="100"/>
          <a:sy n="100" d="100"/>
        </p:scale>
        <p:origin x="702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C1519-3C28-03AF-C729-65C1B50FB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275DB3-0A8C-F0D3-EEAE-BC2E4F20D9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86964-1E8C-338F-D422-37D6B113B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2258-4EA7-4564-BAFD-6B87D54ED35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B2D91-59F1-8D17-8EB8-EE9F94A3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E0557-692B-0048-B608-ECC5ED45D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41254-31A2-48E6-B054-BE63FDAFE36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0407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48EBF-EBC5-7E8C-865A-D3300A94E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994CD-42D5-5BFF-178D-681E4F489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911B2-2FD6-EFDB-AA7F-E421329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2258-4EA7-4564-BAFD-6B87D54ED35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0403B-2483-70F9-0BF2-073BA5A50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42C85-E062-4CAC-755B-027A3A455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41254-31A2-48E6-B054-BE63FDAFE36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3455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4DB79-77E0-8286-BC16-12FC60B54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835A7-8296-EF98-2DB1-50EDAAC65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FFC6C-A4AD-62B4-FC9A-7F4728707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2258-4EA7-4564-BAFD-6B87D54ED35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C4053-AEBC-8BF6-CE40-430B649AD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7D677-76A4-FC0A-F16D-8AE9467B9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41254-31A2-48E6-B054-BE63FDAFE36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4984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117F-48F8-209E-DF80-A4FD5449E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4C8DF-B1BC-B29B-1EC9-C7141BB2E1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28C6D9-E01C-F1AC-CF78-7AF2B1F72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F644B-E35D-8CED-32A1-566C2FF77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2258-4EA7-4564-BAFD-6B87D54ED35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152C1F-85DC-F769-16BD-809776CD0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DD31B-8FC1-71CF-D5BA-55417AD5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41254-31A2-48E6-B054-BE63FDAFE36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236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81ED8-E305-6622-F803-F1AEE4939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01FB5-4CBC-E198-C33F-F8E46E351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C0E081-C164-C5E3-82F2-76E5BDDA9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0FDB47-14A8-4C40-0287-2FD5646666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3875EF-961E-697F-78CA-71CF2CA529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3B6685-B980-14A8-7EDC-267D6D038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2258-4EA7-4564-BAFD-6B87D54ED35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4606E3-F830-6C34-4217-58AB0A8F2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AFCF0C-FD6A-487E-EE85-47F4DF945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41254-31A2-48E6-B054-BE63FDAFE36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425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7D561-BAB8-A50A-F178-5C8AAD2A3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13DACA-6F73-FD29-E84F-5011C12B2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2258-4EA7-4564-BAFD-6B87D54ED35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A96E50-3D2D-D2FE-633E-8AFC3FC33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F519D2-82C3-D8D3-6FE9-134430E8D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41254-31A2-48E6-B054-BE63FDAFE36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8569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9774B6-75D6-F586-A5CE-0E369BDE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2258-4EA7-4564-BAFD-6B87D54ED35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1B138-27A6-4A80-11F6-C250E14F5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25640-60A9-77D4-E294-2012B74A9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41254-31A2-48E6-B054-BE63FDAFE36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0190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4D496-B390-288A-A084-FF54195FC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EEBED-710A-16D4-78A2-907F9AA5C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20A796-0219-7022-E7D5-784068AC8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D2242-61D4-20D1-072B-47E78DFEE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2258-4EA7-4564-BAFD-6B87D54ED35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1323A-E59A-6D81-D544-BFB603D7B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9981A-D3D1-4D96-9439-65D3678E9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41254-31A2-48E6-B054-BE63FDAFE36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7623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5C65E-9A2F-DE3F-8854-109BE0832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3B9D3A-3DBA-52AD-6904-6E9BDCEC17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9F3ACA-F489-3F67-0512-F544CE291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E58EA-9548-D47A-4DCB-B5C8CA54B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2258-4EA7-4564-BAFD-6B87D54ED35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0D7378-106F-BFEF-C1AB-41CB4BB20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0FE66-4344-1208-70F4-9FC09A806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41254-31A2-48E6-B054-BE63FDAFE36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0107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07C39-5053-4614-55DA-F80114C12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1FE2E1-E02D-B1E1-CA06-FF69446ECA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4FCC-E06E-2570-8305-375AD06F0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2258-4EA7-4564-BAFD-6B87D54ED35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C6708-4EC5-55F1-4B77-474BA528D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134BE-AB40-BEF4-CDA6-883113A4D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41254-31A2-48E6-B054-BE63FDAFE36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697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35F3B2-1A78-3995-7288-F8F1CB4A44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5BC122-8412-FE0C-0B80-4702569BF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EECD4-7D3D-3396-9318-F48600D18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A2258-4EA7-4564-BAFD-6B87D54ED35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106AA-D9AA-9986-9A33-A64306908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9979E-5AB8-93B5-2D70-B12184882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41254-31A2-48E6-B054-BE63FDAFE36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099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FEA3B5-66C5-C573-E664-8E384FE88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9BA8F-58B9-B528-E03E-8B25C5B67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2AB08-8C19-5251-917A-5CE221ED7B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EA2258-4EA7-4564-BAFD-6B87D54ED355}" type="datetimeFigureOut">
              <a:rPr lang="en-CA" smtClean="0"/>
              <a:t>2026-02-19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9ADDF-F98A-9DF7-3090-F8038DC9C0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37289-0785-B826-DBE6-CAE4EFEAF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B41254-31A2-48E6-B054-BE63FDAFE36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5917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9426A87-AFE5-25A7-64A6-06B4CB7E2531}"/>
              </a:ext>
            </a:extLst>
          </p:cNvPr>
          <p:cNvGrpSpPr/>
          <p:nvPr/>
        </p:nvGrpSpPr>
        <p:grpSpPr>
          <a:xfrm>
            <a:off x="5278372" y="1103612"/>
            <a:ext cx="3004567" cy="3034048"/>
            <a:chOff x="6817613" y="814052"/>
            <a:chExt cx="2287288" cy="2287288"/>
          </a:xfrm>
        </p:grpSpPr>
        <p:pic>
          <p:nvPicPr>
            <p:cNvPr id="7" name="Graphic 6" descr="Fir tree with solid fill">
              <a:extLst>
                <a:ext uri="{FF2B5EF4-FFF2-40B4-BE49-F238E27FC236}">
                  <a16:creationId xmlns:a16="http://schemas.microsoft.com/office/drawing/2014/main" id="{9FEFA5D5-EDB4-1EE0-CB6B-6C83281E8E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17613" y="814052"/>
              <a:ext cx="2287288" cy="2287288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B52F4AB-A06C-DC51-6016-568EA2981AE7}"/>
                </a:ext>
              </a:extLst>
            </p:cNvPr>
            <p:cNvSpPr/>
            <p:nvPr/>
          </p:nvSpPr>
          <p:spPr>
            <a:xfrm>
              <a:off x="7058001" y="818430"/>
              <a:ext cx="903256" cy="22829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pic>
        <p:nvPicPr>
          <p:cNvPr id="19" name="Picture 18" descr="A white icon of a axe&#10;&#10;AI-generated content may be incorrect.">
            <a:extLst>
              <a:ext uri="{FF2B5EF4-FFF2-40B4-BE49-F238E27FC236}">
                <a16:creationId xmlns:a16="http://schemas.microsoft.com/office/drawing/2014/main" id="{85F194E9-BC8F-CAF9-A5D9-D6125F0D63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748245" flipH="1">
            <a:off x="4646829" y="674866"/>
            <a:ext cx="3233539" cy="319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68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0c5ae54-b9ab-41a4-afd6-33eb4fcc79c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BF883D4A34EE448063668A7C2C0AC6" ma:contentTypeVersion="15" ma:contentTypeDescription="Create a new document." ma:contentTypeScope="" ma:versionID="18e3c94d6e8d35f68d625ca0f6fbe0cc">
  <xsd:schema xmlns:xsd="http://www.w3.org/2001/XMLSchema" xmlns:xs="http://www.w3.org/2001/XMLSchema" xmlns:p="http://schemas.microsoft.com/office/2006/metadata/properties" xmlns:ns3="30c5ae54-b9ab-41a4-afd6-33eb4fcc79c5" xmlns:ns4="f64cfe3f-c214-4b4d-a10b-9394ef98e32f" targetNamespace="http://schemas.microsoft.com/office/2006/metadata/properties" ma:root="true" ma:fieldsID="a8ba8dc5ebc86dea884f10271087966f" ns3:_="" ns4:_="">
    <xsd:import namespace="30c5ae54-b9ab-41a4-afd6-33eb4fcc79c5"/>
    <xsd:import namespace="f64cfe3f-c214-4b4d-a10b-9394ef98e32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CR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c5ae54-b9ab-41a4-afd6-33eb4fcc79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4cfe3f-c214-4b4d-a10b-9394ef98e32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EBC5C1-9D6A-430D-BF19-0EEFB83BDB6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297AB43-E959-433B-80BD-B88E420770D0}">
  <ds:schemaRefs>
    <ds:schemaRef ds:uri="http://schemas.microsoft.com/office/2006/metadata/properties"/>
    <ds:schemaRef ds:uri="http://purl.org/dc/dcmitype/"/>
    <ds:schemaRef ds:uri="http://www.w3.org/XML/1998/namespace"/>
    <ds:schemaRef ds:uri="http://purl.org/dc/terms/"/>
    <ds:schemaRef ds:uri="http://purl.org/dc/elements/1.1/"/>
    <ds:schemaRef ds:uri="http://schemas.microsoft.com/office/2006/documentManagement/types"/>
    <ds:schemaRef ds:uri="30c5ae54-b9ab-41a4-afd6-33eb4fcc79c5"/>
    <ds:schemaRef ds:uri="http://schemas.microsoft.com/office/infopath/2007/PartnerControls"/>
    <ds:schemaRef ds:uri="http://schemas.openxmlformats.org/package/2006/metadata/core-properties"/>
    <ds:schemaRef ds:uri="f64cfe3f-c214-4b4d-a10b-9394ef98e32f"/>
  </ds:schemaRefs>
</ds:datastoreItem>
</file>

<file path=customXml/itemProps3.xml><?xml version="1.0" encoding="utf-8"?>
<ds:datastoreItem xmlns:ds="http://schemas.openxmlformats.org/officeDocument/2006/customXml" ds:itemID="{28DE95A4-1443-436C-9F55-A9188B95CD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c5ae54-b9ab-41a4-afd6-33eb4fcc79c5"/>
    <ds:schemaRef ds:uri="f64cfe3f-c214-4b4d-a10b-9394ef98e3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Bishop, Peter</dc:creator>
  <cp:lastModifiedBy>Bishop, Peter</cp:lastModifiedBy>
  <cp:revision>2</cp:revision>
  <dcterms:created xsi:type="dcterms:W3CDTF">2025-12-11T14:33:57Z</dcterms:created>
  <dcterms:modified xsi:type="dcterms:W3CDTF">2026-02-19T11:32:21Z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0x01010031BF883D4A34EE448063668A7C2C0AC6</vt:lpwstr>
  </property>
</Properties>
</file>